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B6EC2187-28A0-45CB-98B7-0949374B01FD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Covid19 dashboard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F7A5A609-68A3-45AC-A151-399BE0423254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8/06/2021 18:36:05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C74566F1-5BB4-440F-AF5B-DF457BF9EE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439" y="0"/>
            <a:ext cx="110271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2021-06-08T16:36:05Z</dcterms:created>
  <dcterms:modified xsi:type="dcterms:W3CDTF">2021-06-08T16:36:05Z</dcterms:modified>
</cp:coreProperties>
</file>